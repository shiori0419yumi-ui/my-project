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4572000" cy="81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114800" cy="7670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25800" y="355600"/>
            <a:ext cx="1066800" cy="1968500"/>
          </a:xfrm>
          <a:prstGeom prst="roundRect">
            <a:avLst/>
          </a:prstGeom>
          <a:solidFill>
            <a:srgbClr val="F8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54400" y="546100"/>
            <a:ext cx="889000" cy="1587500"/>
          </a:xfrm>
          <a:prstGeom prst="roundRect">
            <a:avLst/>
          </a:prstGeom>
          <a:solidFill>
            <a:srgbClr val="F7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5600" y="444500"/>
            <a:ext cx="1426464" cy="304800"/>
          </a:xfrm>
          <a:prstGeom prst="roundRect">
            <a:avLst/>
          </a:prstGeom>
          <a:solidFill>
            <a:srgbClr val="F7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95299"/>
            <a:ext cx="12252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B46A82"/>
                </a:solidFill>
                <a:latin typeface="Yu Gothic"/>
              </a:rPr>
              <a:t>実例・練習欄付き</a:t>
            </a:r>
          </a:p>
        </p:txBody>
      </p:sp>
      <p:sp>
        <p:nvSpPr>
          <p:cNvPr id="7" name="Rectangle 6"/>
          <p:cNvSpPr/>
          <p:nvPr/>
        </p:nvSpPr>
        <p:spPr>
          <a:xfrm>
            <a:off x="355600" y="1066800"/>
            <a:ext cx="850900" cy="50800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5600" y="1308100"/>
            <a:ext cx="3810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50" b="1">
                <a:solidFill>
                  <a:srgbClr val="40393C"/>
                </a:solidFill>
                <a:latin typeface="Yu Gothic"/>
              </a:rPr>
              <a:t>作品はある。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600" y="1917700"/>
            <a:ext cx="3810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50" b="1">
                <a:solidFill>
                  <a:srgbClr val="40393C"/>
                </a:solidFill>
                <a:latin typeface="Yu Gothic"/>
              </a:rPr>
              <a:t>思いもある。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" y="2527300"/>
            <a:ext cx="3810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50" b="1">
                <a:solidFill>
                  <a:srgbClr val="40393C"/>
                </a:solidFill>
                <a:latin typeface="Yu Gothic"/>
              </a:rPr>
              <a:t>でも、伝えられない。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3302000"/>
            <a:ext cx="3810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46A82"/>
                </a:solidFill>
                <a:latin typeface="Yu Gothic"/>
              </a:rPr>
              <a:t>AIとSNSで、アーティストの物語を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3683000"/>
            <a:ext cx="3810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46A82"/>
                </a:solidFill>
                <a:latin typeface="Yu Gothic"/>
              </a:rPr>
              <a:t>必要な人へ届ける方法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600" y="4381500"/>
            <a:ext cx="38608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33900"/>
            <a:ext cx="50800" cy="838200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610100"/>
            <a:ext cx="3238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40393C"/>
                </a:solidFill>
                <a:latin typeface="Yu Gothic"/>
              </a:rPr>
              <a:t>作品の思いや工夫を、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940300"/>
            <a:ext cx="3238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40393C"/>
                </a:solidFill>
                <a:latin typeface="Yu Gothic"/>
              </a:rPr>
              <a:t>自分の言葉で届けるための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5270500"/>
            <a:ext cx="3238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40393C"/>
                </a:solidFill>
                <a:latin typeface="Yu Gothic"/>
              </a:rPr>
              <a:t>小さな実践教科書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600" y="6604000"/>
            <a:ext cx="2286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5696D"/>
                </a:solidFill>
                <a:latin typeface="Yu Gothic"/>
              </a:rPr>
              <a:t>立体アートの専門家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600" y="6858000"/>
            <a:ext cx="2286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0393C"/>
                </a:solidFill>
                <a:latin typeface="Yu Gothic"/>
              </a:rPr>
              <a:t>鈴木啓子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9641" y="7759203"/>
            <a:ext cx="190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84387"/>
            <a:ext cx="3784600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目次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504206"/>
            <a:ext cx="3784600" cy="203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前書き 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7455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作品はある。でも、伝え方が分からない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1392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第1章 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3805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作り続けてきた私が、伝えることに悩んだ理由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7742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第2章 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30155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作品の中にある、まだ伝えていない物語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4092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第3章 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6505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AIと対話して、自分の言葉を見つける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40442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第4章 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2855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一つの作品から、一つの投稿を作る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6792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第5章 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9205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分かってくれる人との出会いを育てる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53142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第6章 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5555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自分の世界観を大切に、創作を続ける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9492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あとがき 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61905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C3A"/>
                </a:solidFill>
                <a:latin typeface="Yu Gothic"/>
              </a:rPr>
              <a:t>あなたの作品には、まだ伝えていないことがある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9641" y="7759203"/>
            <a:ext cx="190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76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8C64"/>
                </a:solidFill>
                <a:latin typeface="Yu Gothic"/>
              </a:rPr>
              <a:t>前書き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178087"/>
            <a:ext cx="3784600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作品はある。でも、伝え方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635287"/>
            <a:ext cx="3784600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が分からない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35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作品の写真を前にして、何を書けばよいのか分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610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からなくなる。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966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制作中なら、どこをどう仕上げたいか分かって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3220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いる。素材を選んだ理由も、時間をかけて工夫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474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したところもある。それなのに、誰かに紹介し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728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ようとすると、言葉が止まってしまう。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4083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あなたにも、そんな経験はありませんか。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439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私は鈴木啓子です。立体アートの専門家として、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693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長年、紙を使った作品を制作してきました。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5049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海外で作品を発表する機会にも恵まれました。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5303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それでも、自分の作品の魅力を自分の言葉で伝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557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えることには悩んできました。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912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「いい作品を作れば、いつか誰かが見つけてく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616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れる」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5222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そう信じる気持ちがありました。けれど、作品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7762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の写真だけでは、制作中に考えていたことや、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70302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細部に込めた工夫まで伝わるとは限りません。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889000"/>
            <a:ext cx="63500" cy="1778000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5600" y="889000"/>
            <a:ext cx="10414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9641" y="7759203"/>
            <a:ext cx="190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私が大切にしているのは、見る人が、自分自身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で何かを感じられることです。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37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ここを見てほしい。でも、感じ方まで決めてし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まいたくはない。その思いを保ちながら、どう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言葉にすればよいのか。それが、私の問いでし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14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その問いに向き合う手がかりになったのが、AI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との対話です。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10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作品について話し、返ってきた文章を読む。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35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違うと感じたら、「そうではありません」と伝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61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える。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86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もう少し具体的に話し、また読み直す。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22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そのやり取りを重ねることで、私が大切にして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47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きたことが、少しずつ言葉になっていきました。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83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ただし、AIが書いた文章が、そのまま自分の想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08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いになるわけではありません。事実が合ってい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341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るか、自分の気持ちに近いかを確かめ、最後は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5595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自分で選ぶ。その過程も、この本でお伝えした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584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いことです。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20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この本では、一つの作品を選び、見てほしい細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45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部を見つめ、制作の工夫を話し、AIと一緒に紹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600" y="67127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介文を整えていきます。私の花魁作品を使った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600" y="69667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実例と、あなた自身が書ける練習欄も用意しま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600" y="72207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した。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9641" y="7759203"/>
            <a:ext cx="190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読み終えたときに、あなたの作品について、自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分らしい紹介文を一つ仕上げること。それが、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この本の目標です。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立派な経歴や、劇的な人生の物語は必要ありま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せん。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24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「この形にしたかった」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「この素材の感触が好きだった」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「この部分だけは、何度も作り直した」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10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そんな具体的な言葉が、作品を知る入り口にな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35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ります。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71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まず、あなたが見てほしい一作品を思い浮かべ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969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てください。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22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そこから、一緒に始めましょう。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9641" y="7759203"/>
            <a:ext cx="190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76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8C64"/>
                </a:solidFill>
                <a:latin typeface="Yu Gothic"/>
              </a:rPr>
              <a:t>第1章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178087"/>
            <a:ext cx="3977639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作り続けてきた私が、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635287"/>
            <a:ext cx="3977639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伝えることに悩んだ理由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35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私がペーパーアートと出会ったのは、1990年、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610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ロサンゼルスでした。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966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紙を切り、貼り、重ねることで、平面の絵に高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3220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さと奥行きが生まれる。その表現に惹かれ、ほ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474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ぼ独学で制作を始めました。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829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紙の面と面の間に空間ができると、光や影によっ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4083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て見え方も変わります。見る角度によって、違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337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う表情が現れることもあります。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693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私は、その立体ならではの表現を追いかけてき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947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ました。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5303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帰国後は、百貨店などで講師やワークショップ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557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の活動を続けました。制作の技術を伝える一方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811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で、自分自身の作品づくりにも向き合っていき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6065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ました。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420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2005年には、フランスの国際公募展「ル・サロ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6746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ン」に入選。その後、ヨーロッパやアジアへと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9286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作品を発表する機会が広がりました。展示や美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889000"/>
            <a:ext cx="63500" cy="1778000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5600" y="889000"/>
            <a:ext cx="10414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9641" y="7759203"/>
            <a:ext cx="190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術年鑑への掲載、テレビや雑誌での紹介など、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さまざまな経験を重ねてきました。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37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けれど、活動の経験を積んでも、作品を自分の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言葉で紹介する難しさは残っていました。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98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作るときには、細部まで考えています。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34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どの紙を使うか。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59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どこを切り、どのように丸みをつけるか。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85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どの部分を立体にすれば、表現したい形に近づ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10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くか。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46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その一つひとつには、理由や工夫があります。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81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ところが、紹介する場面になると、題材や技法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071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を説明するだけで終わってしまう。かといって、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325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魅力を強く訴えようとすると、自分の言葉では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57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ないように感じることがありました。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93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私は、見る人が自由に感じる余白を大切にして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18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54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「こう感じてください」と答えを決めるより、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579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作品の前で、その人なりの発見をしてもらいた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05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い。その姿勢を発信でも大切にしたいと思って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30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いました。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6619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今、花魁作品の着物の刺繍について言葉にして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600" y="69159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みると、伝える材料が具体的に見えてきます。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9641" y="7759203"/>
            <a:ext cx="190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パーツには、1㎜以下のものもあります。どんな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に微小でも、一つずつ手で施す工程は変わりま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和紙を切り、切り口の白い部分を塗る。裏側か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ら丸みをつけ、輪郭をとり、縁を最小限、内側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14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へ折る。そして、もう一度丸みを整える。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そこまで話すと、単に「細かく作っています」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という説明では伝わらなかった工夫が見えてき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00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35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さらに、なぜそうするのかを話すことで、柔ら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61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かな曲線を持つ自然な立体に仕上げたい、とい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86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う意図も伝えられます。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22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作品を紹介する言葉は、制作とは無関係なとこ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47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ろから探さなくてもよいのかもしれません。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83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自分が実際に見て、選び、手を動かしてきたこ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08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341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その中に、相手へ渡せる言葉があります。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569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AIとの対話では、その材料を一つずつ話し、整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595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理することができます。返ってきた表現に違和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20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感があれば、修正してよい。自分がしていない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45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ことや、思っていないことが加わっていれば、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600" y="67127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取り除いてよいのです。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600" y="70683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私自身も、実践を重ねている途中です。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9641" y="7759203"/>
            <a:ext cx="190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その中で大切にしたいのは、作品の細部を言葉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で案内しながら、見る人が感じる余白を残すこ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とです。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あなたの作品にも、いつも自然にしている工夫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があるはずです。自分には当たり前でも、初め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14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て見る人には、作品を理解する手がかりになる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39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ことがあります。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次の章では、その手がかりをあなたの一作品か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00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ら見つけていきましょう。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76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8C64"/>
                </a:solidFill>
                <a:latin typeface="Yu Gothic"/>
              </a:rPr>
              <a:t>第2章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178087"/>
            <a:ext cx="3977639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作品の中にある、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635287"/>
            <a:ext cx="3977639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まだ伝えていない物語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35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あなたの作品を一つ選んでみてください。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712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代表作でなくても構いません。今、誰かに見て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966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もらいたい作品や、制作について話しやすい作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3220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品を選びましょう。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575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作品を前にしたとき、何から説明すればよいで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829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しょうか。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4185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題名、素材、サイズ、技法。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439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それらは、作品を知ってもらうための大切な情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693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報です。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5049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そこに、あなたが何を見て、どのように作った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5303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のかを添えると、見る人が細部に目を向ける手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557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がかりになります。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912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この本でいう「物語」は、特別な出来事や長い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616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人生の話だけを指すものではありません。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5222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ある形に心が動いたこと。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7762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二つの素材を比べて、一方を選んだこと。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70302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小さな部分を納得するまで整えたこと。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889000"/>
            <a:ext cx="63500" cy="1778000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5600" y="889000"/>
            <a:ext cx="10414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そうした制作の選択にも、作品を理解するため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の物語があります。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4722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まず、見てほしい細部を一つ選ぶ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93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作品全体の魅力を一度に説明しようとすると、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19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言葉がまとまりにくくなります。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54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まずは、一か所に目を向けてみましょう。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90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形でも、色でも、模様でも構いません。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15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素材の質感や、重なっている部分でもよいでしょ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41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76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私の花魁作品では、着物の刺繍を入り口に選び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02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ました。模様の細部が目を引き、そこから立体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27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表現の工夫を伝えられると考えたからです。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62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ただし、あなたも刺繍のような細かな部分を選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88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ぶ必要はありません。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239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大きく空けた余白や、あえて飾りを加えなかっ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49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た部分にも、制作の選択があります。自分が話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74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せるところから始めてください。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1966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「こだわりました」を実際の行動にす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5141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9794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「丁寧に作りました」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72334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「素材にこだわりました」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それだけでは、見る人は具体的な工夫を想像し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にくいかもしれません。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37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そこで、自分にもう一つ質問します。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73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「実際には、何をしたのだろう？」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08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私の場合、和紙を小さく切るだけではありませ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34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ん。切り口を塗り、裏側から丸みをつけ、輪郭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59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をとり、縁を内側へ折り、さらに丸みを整えて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85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20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その行動を話すことで、どこに手をかけている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46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のかが伝わります。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81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あなたの作品でも、同じように考えてみてくだ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071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さい。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42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何を選びましたか。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68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どこを調整しましたか。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93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どの部分をやり直しましたか。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29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専門的な言葉を知っていることよりも、実際に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54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したことを具体的に話せることが大切です。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59934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工夫と、表現したかったことをつなぐ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45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次に、その工夫をした理由を考えます。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8143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私は、和紙の輪郭や丸みを整えることで、着物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70683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の刺繍を柔らかな曲線のある立体に仕上げよう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としました。近くからも遠くからも、平面では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見られないリアルな形を感じられるようにした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かったのです。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このように、行動と意図をつなぐと、工程の説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明が作品の紹介へと近づきます。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24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あなたの場合は、どうでしょうか。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59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その色で、どのような印象にしたかったのか。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85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その素材で、どのような質感を表したかったの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10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35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その形の、どこが好きだったのか。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71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すぐに理由が分からなくても大丈夫です。「作っ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969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ているうちに、この形がしっくりきた」という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22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答えもあります。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57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無理に深い意味をつける必要はありません。思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83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い出せないことは、分からないまま残しておき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08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ましょう。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5362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事実と気持ちを分けておく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00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AIに話す前に、メモを二つに分けると整理しや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25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すくなります。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6111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一つは、作品について確かめられる事実です。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8651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素材、加工、形、制作中に行ったことなどを書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600" y="71191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きます。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もう一つは、あなた自身の気持ちや意図です。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何に惹かれたのか、何を表現したかったのかを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書きます。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見る人がどう感じるかは、また別のことです。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98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「柔らかな印象にしたかった」とは書けます。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24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けれど、「見る人は必ず心が安らぐ」とは言い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切れません。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85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自分の意図を伝えながら、相手の感じ方を大切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10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にする。その余白を紹介文にも残していきましょ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35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8090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写真と言葉を結びつける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27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見てほしい部分が決まったら、写真を見直しま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52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88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その細部は、写真で分かるでしょうか。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13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位置を言葉で案内できるでしょうか。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49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「写真の中央の鳥と、その周りの花を見てみて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74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ください」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10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このように場所を示すと、見る人は文章と写真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35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を行き来できます。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7127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寸法や制作工程など、写真だけでは判断できな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9667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いことは、作者の説明として添えます。写って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いるものと、言葉で補うものを分けることで、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紹介が分かりやすくなります。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4722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この章で残す、三つのメモ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93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ここまでを短い言葉で書いてみましょう。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29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① 見てほしい細部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3055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② その部分に実際にした工夫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381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③ 表現したかったこと、または自分が好きなと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4071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483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まだ文章につながっていなくても構いません。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518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この三つが、次の章でAIに渡す材料になります。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569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あなたが制作の中で見つけ、選び、手をかけた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595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ことを一つずつ言葉にしていきましょう。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76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8C64"/>
                </a:solidFill>
                <a:latin typeface="Yu Gothic"/>
              </a:rPr>
              <a:t>第3章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178087"/>
            <a:ext cx="3784600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AIと対話して、自分の言葉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635287"/>
            <a:ext cx="3784600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を見つける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35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前の章では、一つの作品について三つのメモを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610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作りました。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966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見てほしい細部。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3220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その部分に実際にした工夫。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474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表現したかったこと、または自分が好きなとこ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728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4083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ここからは、そのメモをAIに渡して、言葉を整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337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理していきます。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693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特別な用語を覚えなくても、まずは普段の言葉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947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で話してみてください。文章が途中でも、箇条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5201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書きでも構いません。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6505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最初に、対話の進め方を伝える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6115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いきなり「魅力的な紹介文を書いて」と頼むと、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6369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自分の意図とは違う表現が出てくることがあり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6238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9794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そこで最初に、何を手伝ってほしいかを伝えま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72334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889000"/>
            <a:ext cx="63500" cy="1778000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5600" y="889000"/>
            <a:ext cx="10414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次の文章をコピーし、最後に自分のメモを添え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て使ってみてください。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5701" y="1325880"/>
            <a:ext cx="3860596" cy="5806440"/>
          </a:xfrm>
          <a:prstGeom prst="roundRect">
            <a:avLst/>
          </a:prstGeom>
          <a:solidFill>
            <a:srgbClr val="F7EFF2"/>
          </a:solidFill>
          <a:ln w="15240">
            <a:solidFill>
              <a:srgbClr val="B4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722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【AIへ渡す依頼文】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93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自分の作品を紹介する文章を一緒に考えてくだ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19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さい。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54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まず、下のメモを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801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「作品の事実」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055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「制作の工夫」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30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「表現したかったこと」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56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に分けて整理してください。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91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メモにない事実や気持ちは足さないでください。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42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判断できないことは、未確認として残してくだ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68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さい。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503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紹介文を書く前に、説明が足りない部分があれ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29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ば、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54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一度に一つずつ質問してください。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89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見てほしい細部：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15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［ここに自分のメモを入れる］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5095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実際にした工夫：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7635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［ここに自分のメモを入れる］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40200" y="927100"/>
            <a:ext cx="101600" cy="101600"/>
          </a:xfrm>
          <a:prstGeom prst="round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35400" y="977900"/>
            <a:ext cx="2540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18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5701" y="649224"/>
            <a:ext cx="3860596" cy="722376"/>
          </a:xfrm>
          <a:prstGeom prst="roundRect">
            <a:avLst/>
          </a:prstGeom>
          <a:solidFill>
            <a:srgbClr val="F7EFF2"/>
          </a:solidFill>
          <a:ln w="15240">
            <a:solidFill>
              <a:srgbClr val="B4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表現したかったこと、または好きなところ：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［ここに自分のメモを入れる］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37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この依頼文は、対話を始めるためのものです。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こう頼んでも、AIが内容を取り違えたり、書い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ていないことを加えたりする場合があります。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14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返ってきた内容は、必ず自分でも確かめましょ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39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8438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質問には、分かる範囲で答える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30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AIから質問が来たら、答えられるところだけ話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56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します。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91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「どのように加工しましたか？」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17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「なぜ、その素材を選びましたか？」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42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「どんな形に仕上げたかったですか？」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78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すぐに答えが出なくても大丈夫です。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13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「そこは覚えていません」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39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「特別な理由はなく、試してみて決めました」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64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「まだ、うまく言葉にできません」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00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それも、あなた自身の答えです。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35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答えにくい質問なら、「別の聞き方をしてくだ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6111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さい」と伝えても構いません。話したくない経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8651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験まで説明する必要もありません。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737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花魁の実例では、質問から工夫が見え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912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てきた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556531"/>
            <a:ext cx="3784600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今回の実例では、最初に「着物の刺繍を和紙で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810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柔らかな立体に仕上げたい」という説明があり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064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ました。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420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そこから、柔らかな曲線をつけるために何をし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674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ているか、という質問へ進みました。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029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その答えとして、切り口の着色、裏側からの丸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283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みづけ、輪郭をとる加工、縁を内側へ折る加工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537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などが具体的になりました。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893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さらに、「1㎜以下のパーツでも、手で施す手法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147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は変わらない」という言葉がありました。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502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ここから見えてきたのが、どんなに微小なパー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756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ツにも、一つずつ同じ手加工を施すというこだ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010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わりです。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366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AIとの対話で大切なのは、作家が実際にしてき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620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たことを質問によって詳しく話せるようにする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5874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ことです。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230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あなたが答えた具体的な行動や選択が、紹介文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484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の材料になります。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737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整理された内容を自分で確かめる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239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紹介文を作る前に、AIが整理した内容を読みま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493031"/>
            <a:ext cx="3784600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848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素材や加工方法は合っていますか。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102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自分が大切にした工夫は残っていますか。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35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言っていない理由や気持ちが加わっていません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610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966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違うところがあれば、その部分を伝えます。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321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「この素材名は違います」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575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「この気持ちは、私が話したことではありませ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829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ん」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083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「丸みを整える工程も残してください」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439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短い指示で構いません。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795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修正を頼んだ後も、もう一度読み直します。別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049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の箇所が変わっていることもあるので、全体を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303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確認しましょう。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7521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違和感は、自分の言葉を見つける手が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0696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かり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5349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事実が合っていても、言い方がしっくりこない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7889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ことがあります。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「壮大な物語」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「魂を込めた作品」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「見る人を圧倒する美しさ」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こうした表現が、自分に合う人もいるでしょう。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けれど、違うと感じるなら使わなくてよいので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14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「もっと落ち着いた言葉にしてください」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「大げさな表現を減らしてください」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00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「私は、この部分をこう伝えたいです」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35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そう話し直すことで、自分が大切にしたい言葉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61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も見えてきます。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969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AIの文章を直すために、自分の感じ方を変える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22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必要はありません。文章のほうを自分の意図に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47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近づけていきましょう。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9266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紹介文の下書きを頼む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39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内容が整理できたら、短い紹介文を頼みます。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74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次の依頼文を使ってみてください。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5701" y="5998464"/>
            <a:ext cx="3860596" cy="1298448"/>
          </a:xfrm>
          <a:prstGeom prst="roundRect">
            <a:avLst/>
          </a:prstGeom>
          <a:solidFill>
            <a:srgbClr val="F7EFF2"/>
          </a:solidFill>
          <a:ln w="15240">
            <a:solidFill>
              <a:srgbClr val="B4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600" y="61966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【紹介文を作る依頼文】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6619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ここまで確認した内容をもとに、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9159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作品紹介の短い文章を一つ作ってください。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40200" y="927100"/>
            <a:ext cx="101600" cy="101600"/>
          </a:xfrm>
          <a:prstGeom prst="round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35400" y="977900"/>
            <a:ext cx="2540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22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5701" y="649224"/>
            <a:ext cx="3860596" cy="2871216"/>
          </a:xfrm>
          <a:prstGeom prst="roundRect">
            <a:avLst/>
          </a:prstGeom>
          <a:solidFill>
            <a:srgbClr val="F7EFF2"/>
          </a:solidFill>
          <a:ln w="15240">
            <a:solidFill>
              <a:srgbClr val="B4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見てほしい細部、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実際にした工夫、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表現したかったことを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531131"/>
            <a:ext cx="3784600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自然につなげてください。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確認していない内容は加えないでください。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14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落ち着いた、分かりやすい言葉で書いてくださ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39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最後に、見る人が写真を見て自由に答えられる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00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問いを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25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一つ提案してください。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61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返ってきた文章は、下書きです。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969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一度、声に出して読んでみましょう。言いにく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22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い箇所や、自分なら使わない言葉があれば、書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47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き直します。AIに頼み直しても、自分で直接直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73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しても構いません。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08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あなたが「この言葉なら伝えられる」と思える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341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かどうかを大切にしてください。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57902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この章で残すもの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25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ここまで進めたら、次の二つを手元に残します。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6111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一つは、事実と意図を確認した作品のメモ。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8651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もう一つは、そのメモから作った紹介文の下書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600" y="71191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きです。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40200" y="927100"/>
            <a:ext cx="101600" cy="101600"/>
          </a:xfrm>
          <a:prstGeom prst="round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35400" y="977900"/>
            <a:ext cx="2540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元のメモを残しておくと、文章を修正するとき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にも、何を大切にしていたかを確かめられます。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37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次の章では、花魁の実例を見ながら、写真と下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書きを組み合わせ、一つの投稿へ仕上げていき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ましょう。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76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8C64"/>
                </a:solidFill>
                <a:latin typeface="Yu Gothic"/>
              </a:rPr>
              <a:t>第4章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178087"/>
            <a:ext cx="3977639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一つの作品から、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635287"/>
            <a:ext cx="3977639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一つの投稿を作る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35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前の章で、作品紹介の下書きができました。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712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ここからは、写真と文章を組み合わせて、一つ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966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の投稿へ仕上げていきます。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3321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まず、今回の投稿で何を見てほしいのかを確か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575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めましょう。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931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作品全体の雰囲気でしょうか。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4185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素材の質感でしょうか。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439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それとも、手をかけた細部でしょうか。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795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一つに絞ると、写真を選びやすくなり、文章に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5049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もまとまりが生まれます。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54981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写真を見てもらう入り口を作る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963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今回の花魁の実例では、着物の刺繍を和紙で立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6217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体表現した工夫を伝えます。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65730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細部写真には、鳥や花の模様が写っています。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8270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その縁には厚みや影が見え、立体の形を観察で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70810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きます。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889000"/>
            <a:ext cx="63500" cy="1778000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5600" y="889000"/>
            <a:ext cx="10414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そこで、文章の最初も、その写真に見えるもの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から始めます。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37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「花魁の着物に広がる、鳥や花の模様。」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73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この一文があると、見る人はどこに注目すれば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98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よいか分かります。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34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冒頭で作品の魅力を全部説明する必要はありま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59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せん。まず、写真を見る手がかりを一つ渡しま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85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3010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見える形に、制作の工夫を添える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76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次に、その細部をどう作ったのかを伝えます。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12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写真だけでは、和紙の切り口を塗ったことや、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37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輪郭を内側へ折ったことまでは分かりません。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73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そこを作者の言葉で補うと、目の前の形がどの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98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ような手加工から生まれたのかを知ってもらえ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239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595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ただし、一つの投稿にすべての工程を詰め込む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84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必要はありません。今回伝えたい形や質感に関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10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わる工夫を選びます。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45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詳しい工程のメモは残しておきましょう。別の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7127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投稿で、一つの加工を取り上げる材料にもなり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9667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737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工夫の先にある意図を伝える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239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作業の説明に続けて、何を表現したかったのか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493031"/>
            <a:ext cx="3784600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を書きます。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848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花魁の実例では、近くからも遠くからも、平面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102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では見られないリアルな形を感じられるように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35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すること。そして、柔らかな曲線を持つ自然な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610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美しさのある立体に仕上げることです。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966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こうして写真、工夫、意図がつながると、見る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220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人が作品を味わう手がかりが増えます。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575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最後は、写真から自由に答えられる問いで締め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829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くくります。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185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「どの部分に、奥行きを感じますか？」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541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作家の意図を伝えながら、相手の感じ方にも余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795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白を残す。そのための問いです。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27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231900"/>
            <a:ext cx="3238500" cy="4318000"/>
          </a:xfrm>
          <a:prstGeom prst="rect">
            <a:avLst/>
          </a:prstGeom>
          <a:ln w="12700">
            <a:solidFill>
              <a:srgbClr val="DEC6B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7737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花魁作品の投稿例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5704855"/>
            <a:ext cx="37846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63C3A"/>
                </a:solidFill>
                <a:latin typeface="Yu Gothic"/>
              </a:rPr>
              <a:t>花魁作品の細部写真｜鈴木啓子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737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花魁作品の投稿例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239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花魁の着物に広がる、鳥や花の模様。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493031"/>
            <a:ext cx="3784600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その刺繍の細かな糸の表情を和紙で立体的に表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747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現しています。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102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パーツには、1㎜以下のものもあります。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35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どんなに小さくても、手で施す工程は変わりま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610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せん。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966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切り口を塗り、裏側から少し丸みをつけ、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220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輪郭をとって、縁を最小限、内側へ折る。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474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最後に、もう一度丸みを整えます。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829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目指したのは、近くからも遠くからも、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083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平面では見られないリアルな形を感じられるこ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337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591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柔らかな曲線を持つ、自然な美しさのある立体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845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201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写真の中央の鳥と、その周りの花を見てみてく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455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ださい。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5709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どの部分に、奥行きを感じますか？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1585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この文章で選んだこと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6238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この投稿では、作者の経歴や作品全体の説明を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8778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入れず、着物の刺繍の表現に絞りました。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「1㎜以下のパーツにも同じ手加工を施す」とい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う事実と、「柔らかな曲線に仕上げたい」とい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う意図をつないでいます。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パーツの寸法は、写真から測った情報ではなく、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作者の説明に基づくものです。写真で見えるこ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14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とと、作者が言葉で補うことを分けています。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この選び方は、あなたの作品にも使えます。た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だし、花魁の実例と同じ工夫や想いに合わせる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00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必要はありません。あなたの作品で実際にした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25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ことを材料にしてください。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737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あなたの投稿を仕上げる練習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239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第2章のメモと、第3章の下書きを用意しましょ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493031"/>
            <a:ext cx="3784600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747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まだ空いているところがあれば、ここで書き足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001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35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① 今回、見てほしい部分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3118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② その部分に実際にした工夫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4287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③ 表現したかったこと、または好きなところ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5455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④ 使う写真と、見てほしい場所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6217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⑤ 写真を見た人へ問いかけたいこと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69794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この材料を使い、下書きを整えます。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40200" y="927100"/>
            <a:ext cx="101600" cy="101600"/>
          </a:xfrm>
          <a:prstGeom prst="round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35400" y="977900"/>
            <a:ext cx="2540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85216" y="2944368"/>
            <a:ext cx="3483864" cy="0"/>
          </a:xfrm>
          <a:prstGeom prst="line">
            <a:avLst/>
          </a:prstGeom>
          <a:ln w="9525">
            <a:solidFill>
              <a:srgbClr val="DEC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5216" y="3730752"/>
            <a:ext cx="3483864" cy="0"/>
          </a:xfrm>
          <a:prstGeom prst="line">
            <a:avLst/>
          </a:prstGeom>
          <a:ln w="9525">
            <a:solidFill>
              <a:srgbClr val="DEC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5216" y="4105656"/>
            <a:ext cx="3483864" cy="0"/>
          </a:xfrm>
          <a:prstGeom prst="line">
            <a:avLst/>
          </a:prstGeom>
          <a:ln w="9525">
            <a:solidFill>
              <a:srgbClr val="DEC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5216" y="4901184"/>
            <a:ext cx="3483864" cy="0"/>
          </a:xfrm>
          <a:prstGeom prst="line">
            <a:avLst/>
          </a:prstGeom>
          <a:ln w="9525">
            <a:solidFill>
              <a:srgbClr val="DEC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5216" y="5257800"/>
            <a:ext cx="3483864" cy="0"/>
          </a:xfrm>
          <a:prstGeom prst="line">
            <a:avLst/>
          </a:prstGeom>
          <a:ln w="9525">
            <a:solidFill>
              <a:srgbClr val="DEC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5216" y="6035040"/>
            <a:ext cx="3483864" cy="0"/>
          </a:xfrm>
          <a:prstGeom prst="line">
            <a:avLst/>
          </a:prstGeom>
          <a:ln w="9525">
            <a:solidFill>
              <a:srgbClr val="DEC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5216" y="6793992"/>
            <a:ext cx="3483864" cy="0"/>
          </a:xfrm>
          <a:prstGeom prst="line">
            <a:avLst/>
          </a:prstGeom>
          <a:ln w="9525">
            <a:solidFill>
              <a:srgbClr val="DEC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順番に迷ったら、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「写真を見る入り口 → 制作の工夫 → 表現した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かったこと → 問い」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531131"/>
            <a:ext cx="3784600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を試してみてください。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すべてを入れると不自然になる場合は、内容を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14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減らして構いません。問いも、作品に合わなけ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39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れば無理に添える必要はありません。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737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私の作品紹介文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" y="1133856"/>
            <a:ext cx="3860596" cy="1856231"/>
          </a:xfrm>
          <a:prstGeom prst="roundRect">
            <a:avLst/>
          </a:prstGeom>
          <a:solidFill>
            <a:srgbClr val="F8F4EF"/>
          </a:solidFill>
          <a:ln w="1270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2600" y="32629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B46A82"/>
                </a:solidFill>
                <a:latin typeface="Yu Gothic"/>
              </a:rPr>
              <a:t>投稿前の確認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3728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□ 書いてある事実に間違いがない。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3982231"/>
            <a:ext cx="3803777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□ 自分が話していない気持ちが加わっていない。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4490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□ 見てほしい細部と、制作の工夫が伝わる。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4744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□ 写真と文章の内容が合っている。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4998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□ 声に出して読んでも、自分の言葉として自然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5252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に感じる。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5506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□ 問いを添えた場合、見る人の感じ方を決めつ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5760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けていない。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6115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読み返して長いと感じたら、今回の細部に直接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6369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関係しない説明を減らしてみましょう。大切な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66238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工夫や意図まで、無理に短くする必要はありま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68778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せん。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40200" y="927100"/>
            <a:ext cx="101600" cy="101600"/>
          </a:xfrm>
          <a:prstGeom prst="round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35400" y="977900"/>
            <a:ext cx="2540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737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まず、一つの投稿を仕上げる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239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紹介文を一つ作れたことは、自分の作品につい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493031"/>
            <a:ext cx="3784600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て、相手に渡せる言葉を見つけたということで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747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102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すぐに大きな反応があるとは限りません。けれ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35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ど、写真だけでは見えにくかった工夫を伝える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610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準備はできました。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966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次の章では、作品の紹介を続けながら、自分の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220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ものの見方を伝え、分かってくれる人との出会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474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いを育てることについて考えていきます。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76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8C64"/>
                </a:solidFill>
                <a:latin typeface="Yu Gothic"/>
              </a:rPr>
              <a:t>第5章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178087"/>
            <a:ext cx="3977639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分かってくれる人との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635287"/>
            <a:ext cx="3977639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出会いを育てる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35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作品紹介を一つ仕上げたら、次は、それを誰に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610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届けたいのかを考えてみましょう。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966231"/>
            <a:ext cx="3912247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SNSでは、再生数やフォロワー数が目に入ります。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3220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数字が増えれば嬉しいですし、反応が少なけれ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474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ば気になることもあります。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829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けれど、一つの投稿の数字だけで、作品の価値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4083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まで決める必要はありません。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439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今回見てほしかった部分が伝わったか。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693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制作の工夫に関心を持ってもらえたか。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947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自分の言葉で紹介できたか。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5303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そうしたことも、発信を振り返る大切な手がか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557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りです。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60061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作品を生む、ものの見方を伝える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6471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発信の材料は、完成した作品の中だけにあるわ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7254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けではありません。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889000"/>
            <a:ext cx="63500" cy="1778000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5600" y="889000"/>
            <a:ext cx="10414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あなたが日々、何に目を留めるのか。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どんな形や色に惹かれるのか。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どのような風景の前で立ち止まるのか。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その観察も、作家を知る入り口になります。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98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私は、神社で見かけた鳥の様子を動画で発信し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24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たことがあります。その動画は、約13万5,000回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再生されました。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85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作品を紹介した動画ではありません。日常の中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10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で目に留まった、小さな動きを伝えたものでし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35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71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この反応を作品販売の成果や、AIを使った効果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969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の証明として扱うことはできません。なぜ広がっ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22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たのかも、一つの理由では言い切れません。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57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それでも、この経験は、作品以外に自分が見て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83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いるものを伝えることについて、考えるきっか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08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けになりました。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44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作品の形になる前にも、作家の観察はあります。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579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光の当たり方。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05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花びらの曲線。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30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布の重なり。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5603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古い建物の色。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そうしたものに何を感じたのかを話すことで、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作品を見るときとは違う角度から、自分を知っ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てもらえるかもしれません。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7262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日常の発信も、自分の感覚から選ぶ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19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だからといって、日常のすべてを投稿する必要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44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はありません。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801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あなたが心を動かされたことや、作品づくりと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055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関わる発見から選んでみてください。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41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「この曲線が気になった」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66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「影ができると、形の印象が変わった」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91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「この色の組み合わせをもう少し見ていたかっ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17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た」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52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短い言葉でも構いません。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88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作品との関係がまだ分からなければ、無理につ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13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なげなくても大丈夫です。自分が見たことと感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39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じたことをそのまま伝える発信もあります。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8410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「分かってくれる100人」という考え方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30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私は、リールの中でこう伝えています。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661932"/>
            <a:ext cx="3844391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「1万人を追う前に、100人と出会いましょう。」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これは、100人に届けば必ず作品が売れる、とい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う意味ではありません。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37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大勢に知られることを願いながらも、今、目の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前で関心を寄せてくれている人との関わりを大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切にしたい。その思いを表した言葉です。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24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作品の細部について質問してくれる人。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以前の作品も見てくれる人。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展示に関心を持ってくれる人。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10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そうした出会いを数字の大小だけで見過ごさな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35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いようにしたいのです。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71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また、見る人が作者と同じ解釈をする必要もあ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969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りません。自分とは違う部分に魅力を感じても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22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らうこともあります。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57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「どこに目が留まりましたか？」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93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そんな問いを通して、自分では気づかなかった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18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見え方を教えてもらえることもあるでしょう。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6378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反応は、次の言葉を見つける材料にな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59553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420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投稿した後は、何が起きたかを分かる範囲で記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6746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録します。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40200" y="927100"/>
            <a:ext cx="101600" cy="101600"/>
          </a:xfrm>
          <a:prstGeom prst="round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35400" y="977900"/>
            <a:ext cx="2540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再生数や保存数に加えて、どんな質問や感想が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あったかも残しておきましょう。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37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たとえば、素材について質問が届いたなら、そ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の素材を選んだ理由が次の投稿の材料になるか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もしれません。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24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細部について感想があったなら、別の角度から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見える形を紹介することもできます。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85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ここで大切なのは、実際に届いた反応と、自分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10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の推測を分けることです。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46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「素材について質問があった」は、確認できる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71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出来事です。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969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「素材の話なら必ず反応が増える」は、まだ確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22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かめていない考えです。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57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一度の反応から、成功する方法を決めつけず、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83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次の発信で少しずつ試していきましょう。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2822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反応が少ないときは、一つだけ見直す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74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反応が少なかったからといって、作品を変える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00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必要があるとは限りません。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35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まず、伝え方を見直してみます。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7127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見てほしい細部が、写真で分かるのか。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9667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最初の一文が、写真を見る手がかりになってい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600" y="72207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るか。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専門的な言葉が多すぎないか。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一つの投稿に、話題を詰め込みすぎていないか。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37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次は、その中から一つだけ変えてみましょう。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73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写真を変える。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98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冒頭の言葉を変える。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24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説明する細部を絞る。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59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変更を絞ると、自分にとっても違いを振り返り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85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やすくなります。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3010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小さな振り返りメモ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76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今回、伝えたかったこと：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52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実際に届いた質問や感想：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529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自分らしく伝えられたと思うところ：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605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次の投稿で、一つ試したいこと：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0200" y="927100"/>
            <a:ext cx="101600" cy="101600"/>
          </a:xfrm>
          <a:prstGeom prst="round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35400" y="977900"/>
            <a:ext cx="2540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85216" y="4352544"/>
            <a:ext cx="3483864" cy="0"/>
          </a:xfrm>
          <a:prstGeom prst="line">
            <a:avLst/>
          </a:prstGeom>
          <a:ln w="9525">
            <a:solidFill>
              <a:srgbClr val="DEC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5216" y="5111496"/>
            <a:ext cx="3483864" cy="0"/>
          </a:xfrm>
          <a:prstGeom prst="line">
            <a:avLst/>
          </a:prstGeom>
          <a:ln w="9525">
            <a:solidFill>
              <a:srgbClr val="DEC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5216" y="5870448"/>
            <a:ext cx="3483864" cy="0"/>
          </a:xfrm>
          <a:prstGeom prst="line">
            <a:avLst/>
          </a:prstGeom>
          <a:ln w="9525">
            <a:solidFill>
              <a:srgbClr val="DEC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5216" y="6620256"/>
            <a:ext cx="3483864" cy="0"/>
          </a:xfrm>
          <a:prstGeom prst="line">
            <a:avLst/>
          </a:prstGeom>
          <a:ln w="9525">
            <a:solidFill>
              <a:srgbClr val="DEC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5216" y="7114032"/>
            <a:ext cx="3483864" cy="0"/>
          </a:xfrm>
          <a:prstGeom prst="line">
            <a:avLst/>
          </a:prstGeom>
          <a:ln w="9525">
            <a:solidFill>
              <a:srgbClr val="DEC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まだ反応がなければ、その欄は空白で構いませ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まずは、自分で読み返した感想を残しましょう。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7262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出会いを創作の先へつなげる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19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作品を知ってもらうことから、質問や会話が生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44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まれる。そこから、展示への来場や、作品への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699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問い合わせにつながる場合もあります。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055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すぐに購入へ進まない関わりも、大切な出会い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30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です。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66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自分の作品を見てくれる人がいる。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91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細部の工夫に目を留めてくれる人がいる。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27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その一つひとつを受け止めながら、発信を続け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52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ていきましょう。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88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次の章では、こうした関わりを大切にしながら、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13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自分の世界観を守り、創作を続けていくための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39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考え方を整理します。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76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8C64"/>
                </a:solidFill>
                <a:latin typeface="Yu Gothic"/>
              </a:rPr>
              <a:t>第6章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178087"/>
            <a:ext cx="3977639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自分の世界観を大切に、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635287"/>
            <a:ext cx="3977639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63C3A"/>
                </a:solidFill>
                <a:latin typeface="Yu Gothic"/>
              </a:rPr>
              <a:t>創作を続ける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35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一つの作品について、自分の言葉で紹介する。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712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この本では、その一歩を一緒に進めてきました。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3067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作品の細部を見つめ、制作の工夫を話し、AIと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3321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の対話で整理する。そして、写真と言葉を組み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575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合わせて、見る人へ届ける。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931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その先で考えたいのが、創作を続けていくこと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4185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です。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541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作りたいものがある。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795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表現をもっと深めたい。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5049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自分の作品を必要とする人に出会いたい。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5404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その願いを大切にしながら、活動を続けられる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658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形を少しずつ整えていきましょう。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61077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創作を支えるものを見つめる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65730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制作には、時間と材料が必要です。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889000"/>
            <a:ext cx="63500" cy="1778000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5600" y="889000"/>
            <a:ext cx="10414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道具や作業する場所、作品を保管する場所も必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要でしょう。展示や作品の発送に費用がかかる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こともあります。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作品から対価をいただくことは、次の制作を支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える方法の一つです。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24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作品を気に入ってくれた人が購入する。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その対価で材料を用意し、また制作する。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新しい作品を誰かに見てもらう。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10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こうした循環を育てることは、創作を大切にす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35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ることと矛盾しません。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71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もちろん、作品の販売だけで活動を支える必要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969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はありません。技術を教えることや、依頼を受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22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けて制作することなど、自分に合う形を考える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47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こともできます。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83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大切なのは、自分が続けたい制作と、活動を支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08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える方法の両方に目を向けることです。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5362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守りたいものを言葉にしておく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00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発信を続けると、反応のよい内容や、求められ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25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るものが見えてくることがあります。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6111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その声を参考にしながらも、すべてに合わせる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8651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必要はありません。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どのような表現を続けたいのか。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制作の中で、何を大切にしたいのか。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どの工夫には、手をかけていたいのか。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自分の中で言葉にしておくと、新しい提案や依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頼に向き合うときの手がかりになります。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24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私の花魁作品では、どんなに微小なパーツにも、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一つずつ手加工を施しています。その工夫を紹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介文に残したように、発信でも、自分が大切に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00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していることを伝えていきたいと思います。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4534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AIとの対話を続けられる形にする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91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毎回、作品の説明を最初から考えるのは大変で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17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52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そこで、一作品について整理したメモを残して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78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おきましょう。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13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作品の事実。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39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制作の工夫。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64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表現したかったこと。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589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使った写真。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15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自分で確認した紹介文。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5095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この記録があれば、同じ作品の別の細部を紹介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7635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するときにも、材料として使えます。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40200" y="927100"/>
            <a:ext cx="101600" cy="101600"/>
          </a:xfrm>
          <a:prstGeom prst="round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5400" y="977900"/>
            <a:ext cx="2540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ただし、別の作品を紹介するときは、その作品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について改めて整理します。素材や制作意図が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同じとは限らないからです。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AIには、確認済みのメモを渡し、今回どの部分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を伝えたいのかを説明します。そうすれば、元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14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の情報に立ち返りながら文章を考えられます。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発信のたびに自分を大きく見せるより、実際の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制作から伝えられることを積み重ねていきましょ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00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4534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一人で気づけない魅力を誰かと見つけ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7709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236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自分にとって当たり前の工夫は、自分では説明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490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するほどのことだと思わない場合があります。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845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けれど、ほかの人から、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201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「そこは、どう作っているのですか？」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455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「この部分が気になりました」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811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と聞かれることで、初めて言葉にできることも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065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あります。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420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作品を見せ合い、質問し合う時間は、自分の制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6746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作を見つめ直す機会になります。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相手の作品についても、決めつけずに尋ねてみ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ましょう。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37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「なぜ、この形にしたのですか？」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「どの部分を見てほしいですか？」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98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本人の答えを聞くことで、写真だけでは分から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24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なかった選択を知ることができます。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59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作家同士が、同じ言い方や同じ発信方法になる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85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必要はありません。それぞれの作品に合う言葉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10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を探していくことが大切です。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5550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私が、これから育てていきたいこと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02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私は、自分自身の作品を題材に、AIとの対話や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27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発信を実践している途中です。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62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伝わったことも、うまく言葉にできなかったこ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88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とも、振り返りながら学んでいきたいと思って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13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49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そして、その経験を同じように伝え方で悩むアー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747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ティストやハンドメイド作家へ渡していきたい。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10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作品を見つめ、制作の工夫を話し、自分の言葉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35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で届ける。その過程を一緒に考えられる活動を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6111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育てたいと思っています。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さらに、お互いの作品と想いを尊重しながら、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AIや発信について学び合える場も、これからの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27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構想の一つです。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これは、すでに完成した仕組みの紹介ではあり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ません。自分自身の実践を重ねながら、形にし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14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ていきたい未来です。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紙に高さと奥行きを与えてきた経験を今度は、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作家の想いを言葉にする支援へつなげていきた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004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いと考えています。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4534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あなたが続けたいことを一つ書く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91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最後に、自分のこれからについて、短く書いて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17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みましょう。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52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制作で大切にし続けたいこと：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529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作品を届けたい相手：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605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活動を続けるために、整えたいこと：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40200" y="927100"/>
            <a:ext cx="101600" cy="101600"/>
          </a:xfrm>
          <a:prstGeom prst="round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35400" y="977900"/>
            <a:ext cx="2540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次にできる、小さな一歩：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531131"/>
            <a:ext cx="3784600" cy="2158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すぐに大きな計画にする必要はありません。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紹介文を一つ仕上げる。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140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細部の写真を撮る。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39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作品について、一人に話してみる。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750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今の自分にできることから選んでください。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3199408"/>
            <a:ext cx="3784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C3A"/>
                </a:solidFill>
                <a:latin typeface="Yu Gothic"/>
              </a:rPr>
              <a:t>作品と、必要としている人をつなぐ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66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AIは、作品について話したことを整理し、表現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91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の候補を出すために使えます。SNSは、その言葉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417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と作品を届ける場所の一つです。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52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何を作り、何を大切にし、どの言葉で伝えるか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78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は、あなた自身が選びます。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513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自分の世界観を守りながら、作品を知ってもら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539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う機会をつくる。その積み重ねの先に、創作を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64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支える出会いが生まれるかもしれません。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600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まずは、この本で選んだ一作品から。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6357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あなたが手をかけてきたことをあなたの言葉で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6111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届けてみましょう。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0200" y="927100"/>
            <a:ext cx="101600" cy="101600"/>
          </a:xfrm>
          <a:prstGeom prst="round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35400" y="977900"/>
            <a:ext cx="2540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7606"/>
            <a:ext cx="3784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8C64"/>
                </a:solidFill>
                <a:latin typeface="Yu Gothic"/>
              </a:rPr>
              <a:t>あとがき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178087"/>
            <a:ext cx="3977639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63C3A"/>
                </a:solidFill>
                <a:latin typeface="Yu Gothic"/>
              </a:rPr>
              <a:t>あなたの作品には、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635287"/>
            <a:ext cx="3977639" cy="365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63C3A"/>
                </a:solidFill>
                <a:latin typeface="Yu Gothic"/>
              </a:rPr>
              <a:t>まだ伝えていないことがある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356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ここまで読んでくださり、ありがとうございま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610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966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この本では、一つの作品を選び、細部を見つめ、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3220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制作の工夫を言葉にしてきました。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3575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紹介文は、どこまでできたでしょうか。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931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一つの文章になった方も、まだメモの途中の方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4185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もいると思います。うまくつながらない部分が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44394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あっても、そこから始めて大丈夫です。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47950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「この部分を見てほしい」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5150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その一言が見つかっただけでも、次に話すこと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54046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が具体的になります。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5760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私は長年、紙を切り、貼り、重ね、平面に高さ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60142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と奥行きを与えてきました。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63698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その中で自然にしていた手加工も、質問に答え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66238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ながら説明すると、作品を知ってもらうための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8778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言葉になりました。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889000"/>
            <a:ext cx="63500" cy="1778000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5600" y="889000"/>
            <a:ext cx="1041400" cy="1905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花魁作品の微小なパーツに施す工夫も、その一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02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つです。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37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自分にとって当たり前だったことをもう一度見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つめる。そこに、まだ伝えていなかった制作の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88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選択があるかもしれません。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24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あなたの作品でも同じです。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59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選んだ素材。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85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整えた形。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10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残した余白。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359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納得するまで手をかけた部分。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71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大きな物語を用意しなくても、実際にしてきた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969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ことから話せます。特別な意味がない部分に、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22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無理に理由をつける必要もありません。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57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AIは、その話を整理し、言い方の候補を出す対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833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話相手として使えます。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18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けれど、作品を作ったのはあなたです。何を大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44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切にしたかを確かめ、最後の言葉を選ぶのも、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5696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あなた自身です。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05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「これは違う」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30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「この工夫は残したい」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5603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「私は、こう伝えたい」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600" y="69159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そう言い直す時間も、自分らしい紹介文を作る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600" y="71699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過程です。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253504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作品はある。思いもある。でも、伝えられない。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7759203"/>
            <a:ext cx="3860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3681" y="7759203"/>
            <a:ext cx="254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63C3A"/>
                </a:solidFill>
                <a:latin typeface="Yu Gothic"/>
              </a:rP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76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私自身も、実践を重ねている途中です。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12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作品の細部を伝えながら、見る人が自由に感じ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137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られる余白を残す。その方法をこれからも考え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63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ていきたいと思っています。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198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そして、同じように伝え方で悩む方と、作品に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242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ついて話し、言葉を探していけたらと願ってい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2496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851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この本を閉じる前に、次にすることを一つだけ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3105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選んでみてください。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461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紹介文を声に出して読む。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" y="3715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見てほしい細部の写真を選ぶ。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969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メモの続きをAIに話してみる。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" y="42235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仕上げた文章を自分の作品と並べてみる。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5791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今の自分にできる、小さな一歩で構いません。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4934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あなたが手をかけてきたことを言葉で添える。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5188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その言葉を入り口に、誰かが作品をもう少し見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" y="54427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つめる。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57983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そんな出会いを一つずつ育てていきましょう。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6153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あなたの作品と、それを必要としている人が出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" y="6407931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会えることを願っています。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67635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立体アートの専門家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600" y="7017532"/>
            <a:ext cx="3784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368300"/>
            <a:ext cx="3759199" cy="12700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203200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75696D"/>
                </a:solidFill>
                <a:latin typeface="Yu Gothic"/>
              </a:rPr>
              <a:t>アーティストのためのAI×SNS発信教科書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0" y="7759700"/>
            <a:ext cx="1778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5696D"/>
                </a:solidFill>
                <a:latin typeface="Yu Gothic"/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701" y="6035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B46A82"/>
                </a:solidFill>
                <a:latin typeface="Yu Gothic"/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701" y="877824"/>
            <a:ext cx="386059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0393C"/>
                </a:solidFill>
                <a:latin typeface="Yu Gothic"/>
              </a:rPr>
              <a:t>作品の魅力を、自分の言葉で
届けられるようになりたい方へ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701" y="1755648"/>
            <a:ext cx="38605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B46A82"/>
                </a:solidFill>
                <a:latin typeface="Yu Gothic"/>
              </a:rPr>
              <a:t>この教科書を読んで、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5701" y="2029968"/>
            <a:ext cx="3860596" cy="2212848"/>
          </a:xfrm>
          <a:prstGeom prst="roundRect">
            <a:avLst/>
          </a:prstGeom>
          <a:solidFill>
            <a:srgbClr val="F8F4EF"/>
          </a:solidFill>
          <a:ln w="1524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249424"/>
            <a:ext cx="3419856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50" b="0">
                <a:solidFill>
                  <a:srgbClr val="40393C"/>
                </a:solidFill>
                <a:latin typeface="Yu Gothic"/>
              </a:rPr>
              <a:t>・自分の作品の言葉を、もっと一緒に整理してみたい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50" b="0">
                <a:solidFill>
                  <a:srgbClr val="40393C"/>
                </a:solidFill>
                <a:latin typeface="Yu Gothic"/>
              </a:rPr>
              <a:t>・AIを使いながら、自分らしい発信の型を身につけたい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0393C"/>
                </a:solidFill>
                <a:latin typeface="Yu Gothic"/>
              </a:rPr>
              <a:t>・作品紹介やSNS発信を、一人で止まらず続けられる形にしたい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" y="4343400"/>
            <a:ext cx="38605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0393C"/>
                </a:solidFill>
                <a:latin typeface="Yu Gothic"/>
              </a:rPr>
              <a:t>そう感じた方へ、次のステップをご用意しています。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701" y="4736592"/>
            <a:ext cx="3860596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956048"/>
            <a:ext cx="34381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B46A82"/>
                </a:solidFill>
                <a:latin typeface="Yu Gothic"/>
              </a:rPr>
              <a:t>LINEで「</a:t>
            </a:r>
            <a:r>
              <a:rPr sz="1400" b="1">
                <a:solidFill>
                  <a:srgbClr val="B46A82"/>
                </a:solidFill>
                <a:latin typeface="Yu Gothic"/>
              </a:rPr>
              <a:t>講座</a:t>
            </a:r>
            <a:r>
              <a:rPr sz="1400" b="0">
                <a:solidFill>
                  <a:srgbClr val="B46A82"/>
                </a:solidFill>
                <a:latin typeface="Yu Gothic"/>
              </a:rPr>
              <a:t>」と送ってください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67528"/>
            <a:ext cx="34381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>
                <a:solidFill>
                  <a:srgbClr val="40393C"/>
                </a:solidFill>
                <a:latin typeface="Yu Gothic"/>
              </a:rPr>
              <a:t>講座の内容や、どのような方に向いているかをご案内します。
今いるLINEから、そのまま返信で大丈夫です。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" y="6144768"/>
            <a:ext cx="3860596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40393C"/>
                </a:solidFill>
                <a:latin typeface="Yu Gothic"/>
              </a:rPr>
              <a:t>あなたの作品の魅力を、
あなたらしい言葉で届けるところから、
一緒に始めましょう。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" y="73334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5696D"/>
                </a:solidFill>
                <a:latin typeface="Yu Gothic"/>
              </a:rPr>
              <a:t>立体アートの専門家｜鈴木啓子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