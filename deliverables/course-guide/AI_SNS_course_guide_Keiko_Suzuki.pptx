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4572000" cy="812801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4114800" cy="7662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38912"/>
            <a:ext cx="1261872" cy="310896"/>
          </a:xfrm>
          <a:prstGeom prst="roundRect">
            <a:avLst/>
          </a:prstGeom>
          <a:solidFill>
            <a:srgbClr val="F7EFF2"/>
          </a:solidFill>
          <a:ln w="6350">
            <a:solidFill>
              <a:srgbClr val="F7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466344"/>
            <a:ext cx="1115568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900" b="1">
                <a:solidFill>
                  <a:srgbClr val="B46A82"/>
                </a:solidFill>
                <a:latin typeface="Yu Gothic"/>
              </a:rPr>
              <a:t>講座案内｜準備中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841248" cy="45720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43584"/>
            <a:ext cx="367588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3C3A"/>
                </a:solidFill>
                <a:latin typeface="Yu Gothic"/>
              </a:rPr>
              <a:t>作品の魅力を、
あなたらしい言葉で
届けるために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761488"/>
            <a:ext cx="3749039" cy="950976"/>
          </a:xfrm>
          <a:prstGeom prst="roundRect">
            <a:avLst/>
          </a:prstGeom>
          <a:solidFill>
            <a:srgbClr val="F7EFF2"/>
          </a:solidFill>
          <a:ln w="127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971800"/>
            <a:ext cx="332841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B46A82"/>
                </a:solidFill>
                <a:latin typeface="Yu Gothic"/>
              </a:rPr>
              <a:t>アーティスト・ハンドメイド作家のための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55264"/>
            <a:ext cx="332841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40393C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968496"/>
            <a:ext cx="373075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20" b="1">
                <a:solidFill>
                  <a:srgbClr val="40393C"/>
                </a:solidFill>
                <a:latin typeface="Yu Gothic"/>
              </a:rPr>
              <a:t>「作品はある。思いもある。でも、伝えられない。」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370832"/>
            <a:ext cx="3730752" cy="2651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B46A82"/>
                </a:solidFill>
                <a:latin typeface="Yu Gothic"/>
              </a:rPr>
              <a:t>その一歩先を、一緒に。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846320"/>
            <a:ext cx="3730752" cy="1435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40393C"/>
                </a:solidFill>
                <a:latin typeface="Yu Gothic"/>
              </a:rPr>
              <a:t>教科書を読んでくださり、ありがとうございます。
作品の細部や制作の工夫を見つめ、AIと対話しながら、自分らしい紹介文とSNS投稿を作る講座を準備しています。
この冊子では、講座で取り組む予定のことや、どのような方に向いているか、目指す未来をご紹介します。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65836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75696D"/>
                </a:solidFill>
                <a:latin typeface="Yu Gothic"/>
              </a:rPr>
              <a:t>立体アートの専門家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68397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7388352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80" b="0">
                <a:solidFill>
                  <a:srgbClr val="B46A82"/>
                </a:solidFill>
                <a:latin typeface="Yu Gothic"/>
              </a:rPr>
              <a:t>※講座は現在準備中です。本冊子の内容は予定です。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7790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どのような方に向いているか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13232"/>
            <a:ext cx="50292" cy="1115568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78408"/>
            <a:ext cx="3730752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050" b="1">
                <a:solidFill>
                  <a:srgbClr val="263C3A"/>
                </a:solidFill>
                <a:latin typeface="Yu Gothic"/>
              </a:rPr>
              <a:t>作品はあるのに、
言葉で迷っていませんか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3703320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40393C"/>
                </a:solidFill>
                <a:latin typeface="Yu Gothic"/>
              </a:rPr>
              <a:t>作品の写真を前にすると、何を書けばよいのか分からない。
制作中には話せることがたくさんあるのに、紹介文にしようとすると、言葉が止まってしまう。
そんな方に向けた講座を準備しています。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8346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46A82"/>
                </a:solidFill>
                <a:latin typeface="Yu Gothic"/>
              </a:rPr>
              <a:t>このような方に向いています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182112"/>
            <a:ext cx="3730752" cy="54864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3374136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29184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作品紹介が、素材や技法の説明だけで終わってしまう方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3822191"/>
            <a:ext cx="3730752" cy="54864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4014215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2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制作の工夫や思いを、うまく言葉にできない方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" y="4462272"/>
            <a:ext cx="3730752" cy="54864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4654296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57200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AIを使ってみたいけれど、自分らしい文章になるか不安な方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5102352"/>
            <a:ext cx="3730752" cy="54864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294376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21208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教科書を試したものの、一人では途中で止まってしまった方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" y="5742432"/>
            <a:ext cx="3730752" cy="54864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5934456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852160"/>
            <a:ext cx="313639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自分の世界観を大切にしながら、SNS発信を続けたい方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6510528"/>
            <a:ext cx="3730752" cy="850392"/>
          </a:xfrm>
          <a:prstGeom prst="roundRect">
            <a:avLst/>
          </a:prstGeom>
          <a:solidFill>
            <a:srgbClr val="F7EFF2"/>
          </a:solidFill>
          <a:ln w="127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702552"/>
            <a:ext cx="3328416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40393C"/>
                </a:solidFill>
                <a:latin typeface="Yu Gothic"/>
              </a:rPr>
              <a:t>文章が得意でなくても、まずは「ここを見てほしい」「こんな工夫をしました」という短い言葉から始めていきましょう。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7790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講座内容〈予定〉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13232"/>
            <a:ext cx="50292" cy="1124712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78408"/>
            <a:ext cx="373075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100" b="1">
                <a:solidFill>
                  <a:srgbClr val="263C3A"/>
                </a:solidFill>
                <a:latin typeface="Yu Gothic"/>
              </a:rPr>
              <a:t>一作品から、
一つの投稿を作る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3730752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80" b="0">
                <a:solidFill>
                  <a:srgbClr val="40393C"/>
                </a:solidFill>
                <a:latin typeface="Yu Gothic"/>
              </a:rPr>
              <a:t>教科書で触れた流れを、ご自身の作品で実践する内容を予定しています。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2542032"/>
            <a:ext cx="3730752" cy="1325880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" y="2743200"/>
            <a:ext cx="429768" cy="42976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7520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249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作品の魅力を見つける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82111"/>
            <a:ext cx="3355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見てほしい細部を選び、実際にした工夫と、表現したかったことをメモにします。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4023360"/>
            <a:ext cx="3730752" cy="1325880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4224528"/>
            <a:ext cx="429768" cy="42976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5653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AIと対話して整理する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63440"/>
            <a:ext cx="3355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メモをもとに質問に答えながら、作品の事実や制作の意図を整理します。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5504688"/>
            <a:ext cx="3730752" cy="1325880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5705855"/>
            <a:ext cx="429768" cy="42976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37859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87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自分の言葉に整える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335584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事実と気持ちを確かめ、違和感のある表現を直しながら、紹介文を作ります。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7040880"/>
            <a:ext cx="1243584" cy="292608"/>
          </a:xfrm>
          <a:prstGeom prst="roundRect">
            <a:avLst/>
          </a:prstGeom>
          <a:solidFill>
            <a:srgbClr val="F7EFF2"/>
          </a:solidFill>
          <a:ln w="6350">
            <a:solidFill>
              <a:srgbClr val="F7E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7068312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900" b="1">
                <a:solidFill>
                  <a:srgbClr val="B46A82"/>
                </a:solidFill>
                <a:latin typeface="Yu Gothic"/>
              </a:rPr>
              <a:t>次ページへ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7790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講座内容〈予定〉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13232"/>
            <a:ext cx="50292" cy="1133856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78408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263C3A"/>
                </a:solidFill>
                <a:latin typeface="Yu Gothic"/>
              </a:rPr>
              <a:t>一作品から、
一つの投稿を作る〈続き〉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2011680"/>
            <a:ext cx="3730752" cy="1417320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2212848"/>
            <a:ext cx="429768" cy="42976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4852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写真と合わせて投稿にする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51760"/>
            <a:ext cx="335584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伝えたい部分が分かる写真を選び、紹介文と組み合わせて投稿を仕上げます。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3639312"/>
            <a:ext cx="3730752" cy="1417320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3840480"/>
            <a:ext cx="429768" cy="42976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72484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22191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63C3A"/>
                </a:solidFill>
                <a:latin typeface="Yu Gothic"/>
              </a:rPr>
              <a:t>続けられる形を考える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79392"/>
            <a:ext cx="335584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作品のメモを残し、投稿を振り返りながら、次に伝えることを考えます。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" y="5330952"/>
            <a:ext cx="3730752" cy="1133856"/>
          </a:xfrm>
          <a:prstGeom prst="roundRect">
            <a:avLst/>
          </a:prstGeom>
          <a:solidFill>
            <a:srgbClr val="F7EFF2"/>
          </a:solidFill>
          <a:ln w="127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59552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B46A82"/>
                </a:solidFill>
                <a:latin typeface="Yu Gothic"/>
              </a:rPr>
              <a:t>まずは、一作品・一投稿の完成から。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89320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40393C"/>
                </a:solidFill>
                <a:latin typeface="Yu Gothic"/>
              </a:rPr>
              <a:t>一つずつ確認しながら進める内容を予定しています。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6729984"/>
            <a:ext cx="373075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5696D"/>
                </a:solidFill>
                <a:latin typeface="Yu Gothic"/>
              </a:rPr>
              <a:t>※講座は現在準備中です。内容は準備の過程で変更する場合があります。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7790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目指す未来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13232"/>
            <a:ext cx="50292" cy="1133856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78408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263C3A"/>
                </a:solidFill>
                <a:latin typeface="Yu Gothic"/>
              </a:rPr>
              <a:t>自分の言葉で伝え、
作品との出会いを育てる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1901952"/>
            <a:ext cx="3730752" cy="749808"/>
          </a:xfrm>
          <a:prstGeom prst="roundRect">
            <a:avLst/>
          </a:prstGeom>
          <a:solidFill>
            <a:srgbClr val="F7EFF2"/>
          </a:solidFill>
          <a:ln w="127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12264"/>
            <a:ext cx="33284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B46A82"/>
                </a:solidFill>
                <a:latin typeface="Yu Gothic"/>
              </a:rPr>
              <a:t>まず目指すのは、一つの完成です。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25496"/>
            <a:ext cx="373075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7000"/>
              </a:lnSpc>
            </a:pPr>
            <a:r>
              <a:rPr sz="1150" b="0">
                <a:solidFill>
                  <a:srgbClr val="40393C"/>
                </a:solidFill>
                <a:latin typeface="Yu Gothic"/>
              </a:rPr>
              <a:t>ご自身の一作品について、写真と言葉を組み合わせたSNS投稿を一つ仕上げることを目指します。
その経験を通して、次のような力を育てていきたいと考えています。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3639312"/>
            <a:ext cx="3730752" cy="603504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831336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749039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「ここを見てほしい」と、作品の魅力を具体的に紹介する力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" y="4343400"/>
            <a:ext cx="3730752" cy="603504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" y="4535424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453128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AIが提案した文章を、自分の意図に合う言葉へ整える力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5047488"/>
            <a:ext cx="3730752" cy="603504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239512"/>
            <a:ext cx="109728" cy="109728"/>
          </a:xfrm>
          <a:prstGeom prst="ellipse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157216"/>
            <a:ext cx="3136392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2000"/>
              </a:lnSpc>
            </a:pPr>
            <a:r>
              <a:rPr sz="1110" b="0">
                <a:solidFill>
                  <a:srgbClr val="40393C"/>
                </a:solidFill>
                <a:latin typeface="Yu Gothic"/>
              </a:rPr>
              <a:t>作品のメモを生かして、次の発信を考える力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5916168"/>
            <a:ext cx="3730752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40" b="0">
                <a:solidFill>
                  <a:srgbClr val="40393C"/>
                </a:solidFill>
                <a:latin typeface="Yu Gothic"/>
              </a:rPr>
              <a:t>そして、制作を大切にしながら発信を続け、作品に関心を寄せてくれる人との出会いを育てていくこと。
それが、この講座を通して目指したい未来です。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6775704"/>
            <a:ext cx="3730752" cy="521207"/>
          </a:xfrm>
          <a:prstGeom prst="roundRect">
            <a:avLst/>
          </a:prstGeom>
          <a:solidFill>
            <a:srgbClr val="F8F4EF"/>
          </a:solidFill>
          <a:ln w="1143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903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>
                <a:solidFill>
                  <a:srgbClr val="263C3A"/>
                </a:solidFill>
                <a:latin typeface="Yu Gothic"/>
              </a:rPr>
              <a:t>ご自身が大切にしている表現を、発信でも大切にしていきましょう。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7790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立体アートの専門家｜鈴木啓子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今後のご案内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13232"/>
            <a:ext cx="50292" cy="1133856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978408"/>
            <a:ext cx="3730752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2050" b="1">
                <a:solidFill>
                  <a:srgbClr val="263C3A"/>
                </a:solidFill>
                <a:latin typeface="Yu Gothic"/>
              </a:rPr>
              <a:t>準備が整い次第、
LINEでお知らせします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938528"/>
            <a:ext cx="373075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B46A82"/>
                </a:solidFill>
                <a:latin typeface="Yu Gothic"/>
              </a:rPr>
              <a:t>「講座」と送ってくださり、ありがとうございます。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14016"/>
            <a:ext cx="3730752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80" b="0">
                <a:solidFill>
                  <a:srgbClr val="40393C"/>
                </a:solidFill>
                <a:latin typeface="Yu Gothic"/>
              </a:rPr>
              <a:t>現在、講座の内容や進め方を整えています。本冊子で紹介した内容は予定であり、準備の過程で変更する場合があります。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3511296"/>
            <a:ext cx="3730752" cy="1627632"/>
          </a:xfrm>
          <a:prstGeom prst="roundRect">
            <a:avLst/>
          </a:prstGeom>
          <a:solidFill>
            <a:srgbClr val="F8F4EF"/>
          </a:solidFill>
          <a:ln w="1270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3328416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263C3A"/>
                </a:solidFill>
                <a:latin typeface="Yu Gothic"/>
              </a:rPr>
              <a:t>詳しいご案内について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24528"/>
            <a:ext cx="3328416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7000"/>
              </a:lnSpc>
            </a:pPr>
            <a:r>
              <a:rPr sz="1160" b="0">
                <a:solidFill>
                  <a:srgbClr val="40393C"/>
                </a:solidFill>
                <a:latin typeface="Yu Gothic"/>
              </a:rPr>
              <a:t>開催日・受講方法・受講期間・料金などの詳細は、準備が整い次第、この冊子を受け取ったLINEでご案内します。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5413248"/>
            <a:ext cx="3730752" cy="1051560"/>
          </a:xfrm>
          <a:prstGeom prst="roundRect">
            <a:avLst/>
          </a:prstGeom>
          <a:solidFill>
            <a:srgbClr val="F7EFF2"/>
          </a:solidFill>
          <a:ln w="127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50992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46A82"/>
                </a:solidFill>
                <a:latin typeface="Yu Gothic"/>
              </a:rPr>
              <a:t>現在は、詳細のご案内前です。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062472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40393C"/>
                </a:solidFill>
                <a:latin typeface="Yu Gothic"/>
              </a:rPr>
              <a:t>新しいお知らせは、このLINEからお届けします。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6821424"/>
            <a:ext cx="3730752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75696D"/>
                </a:solidFill>
                <a:latin typeface="Yu Gothic"/>
              </a:rPr>
              <a:t>※未定の開催日・料金・受講方法などは、本冊子には掲載していません。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182880"/>
            <a:ext cx="333756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720" b="0">
                <a:solidFill>
                  <a:srgbClr val="75696D"/>
                </a:solidFill>
                <a:latin typeface="Yu Gothic"/>
              </a:rPr>
              <a:t>AI×SNS 講座のご案内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" y="393192"/>
            <a:ext cx="3758184" cy="13716"/>
          </a:xfrm>
          <a:prstGeom prst="rect">
            <a:avLst/>
          </a:prstGeom>
          <a:solidFill>
            <a:srgbClr val="DEC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86784" y="7790688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</a:pPr>
            <a:r>
              <a:rPr sz="780" b="0">
                <a:solidFill>
                  <a:srgbClr val="75696D"/>
                </a:solidFill>
                <a:latin typeface="Yu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9494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46A82"/>
                </a:solidFill>
                <a:latin typeface="Yu Gothic"/>
              </a:rPr>
              <a:t>このLINEで教えてください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13232"/>
            <a:ext cx="50292" cy="1124712"/>
          </a:xfrm>
          <a:prstGeom prst="rect">
            <a:avLst/>
          </a:prstGeom>
          <a:solidFill>
            <a:srgbClr val="B46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978408"/>
            <a:ext cx="3730752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950" b="1">
                <a:solidFill>
                  <a:srgbClr val="263C3A"/>
                </a:solidFill>
                <a:latin typeface="Yu Gothic"/>
              </a:rPr>
              <a:t>今、いちばん困っていることは
何ですか？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20240"/>
            <a:ext cx="3730752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40393C"/>
                </a:solidFill>
                <a:latin typeface="Yu Gothic"/>
              </a:rPr>
              <a:t>作品の紹介やSNS発信でのお悩みを、このLINEへ一つ、聞かせてください。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51760"/>
            <a:ext cx="3557016" cy="50292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70632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60" b="0">
                <a:solidFill>
                  <a:srgbClr val="40393C"/>
                </a:solidFill>
                <a:latin typeface="Yu Gothic"/>
              </a:rPr>
              <a:t>「何を書けばよいか分からない」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00984"/>
            <a:ext cx="3557016" cy="50292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419856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60" b="0">
                <a:solidFill>
                  <a:srgbClr val="40393C"/>
                </a:solidFill>
                <a:latin typeface="Yu Gothic"/>
              </a:rPr>
              <a:t>「AIの文章が、自分の言葉に感じられない」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50208"/>
            <a:ext cx="3557016" cy="502920"/>
          </a:xfrm>
          <a:prstGeom prst="roundRect">
            <a:avLst/>
          </a:prstGeom>
          <a:solidFill>
            <a:srgbClr val="F8F4EF"/>
          </a:solidFill>
          <a:ln w="10160">
            <a:solidFill>
              <a:srgbClr val="DEC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69080"/>
            <a:ext cx="319125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160" b="0">
                <a:solidFill>
                  <a:srgbClr val="40393C"/>
                </a:solidFill>
                <a:latin typeface="Yu Gothic"/>
              </a:rPr>
              <a:t>「投稿を続けるのが難しい」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4663440"/>
            <a:ext cx="37307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263C3A"/>
                </a:solidFill>
                <a:latin typeface="Yu Gothic"/>
              </a:rPr>
              <a:t>短い言葉で構いません。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5102352"/>
            <a:ext cx="3730752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6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5330952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1420" b="1">
                <a:solidFill>
                  <a:srgbClr val="B46A82"/>
                </a:solidFill>
                <a:latin typeface="Yu Gothic"/>
              </a:rPr>
              <a:t>このLINEへ、一つ聞かせてください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6309360"/>
            <a:ext cx="3730752" cy="8321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40393C"/>
                </a:solidFill>
                <a:latin typeface="Yu Gothic"/>
              </a:rPr>
              <a:t>あなたの作品の魅力を、
あなたらしい言葉で届けるところから、
一緒に始めましょう。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73883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75696D"/>
                </a:solidFill>
                <a:latin typeface="Yu Gothic"/>
              </a:rPr>
              <a:t>立体アートの専門家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7580375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263C3A"/>
                </a:solidFill>
                <a:latin typeface="Yu Gothic"/>
              </a:rPr>
              <a:t>鈴木啓子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